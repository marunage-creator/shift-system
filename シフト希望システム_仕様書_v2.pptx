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168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シフト希望システム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FF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2743200"/>
            <a:ext cx="18288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2743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ver. 2.0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F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給与計算機能・締め切り機能 追加版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F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概要・基本機能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システム概要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アクセス情報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全体構成図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54680" y="10058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スタッフ機能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ログイン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シフト時間帯選択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日付タップで希望入力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 時間ダイヤル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 提出フロー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🛠️ 管理者機能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 スタッフ管理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 シフト希望確認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11. Excelテンプレート反映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12. 💰給与計算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13. ⏰締切設定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14-15. データ構造・計算ロジック    16. 技術スタック    17. Phase 2 ロードマップ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システム概要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64592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97480" y="12801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シフト希望の収集・管理・給与算出を一元化する Webアプリ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164592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205740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勤怠管理が必要な中小規模の店舗・事業所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164592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80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プラットフォーム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8346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スマートフォン優先のレスポンシブ Web。インストール不要、URLでアクセス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11880"/>
            <a:ext cx="164592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データ保存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36118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Firebase Firestore（クラウド）でリアルタイム同期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🔗 アクセス情報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公開URL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17520" y="13258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1325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https://MARUNAGE-creator.github.io/shift-system/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GitHubリポジトリ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20574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057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github.com/MARUNAGE-creator/shift-system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Firebaseプロジェクト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7889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788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shift-system-76e36 (Tokyo)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ホスティング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52044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35204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Pages（無料）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更新時は Claude からファイルを直接ダウンロード→GitHub にアップロード（Chrome経由はFirebase設定が消える）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🏗️ 全体構成図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54480" y="13716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3716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(スマホ)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3716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(PC/スマホ)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2377440"/>
            <a:ext cx="73152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377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index.html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(GitHub Pages)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54480" y="338328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3832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Firestore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(リアルタイム同期)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9240" y="3383280"/>
            <a:ext cx="35204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33832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(集計・出力)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1546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EBF4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⚙️ Firestore でリアルタイム同期 → スタッフの希望提出が即座に管理者画面に反映される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DBE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第 1 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スタッフ機能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BE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 〜 シフト希望提出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🔑 ログイン画面（締切通知付き）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スタッフ／管理者タブ切替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スタッフ名選択ドロップダウン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締切日リマインダーバナー (NEW)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残り日数で色変化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青→黄→赤(点滅)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締切後はログイン画面ブロック表示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1234440"/>
            <a:ext cx="3200400" cy="33832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シフト管理システム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0" y="1828800"/>
            <a:ext cx="29260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828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締切【5月15日(木)】まで（あと8日）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23560" y="2331720"/>
            <a:ext cx="14173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2331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86600" y="2331720"/>
            <a:ext cx="14173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2331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310896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永田 伸一 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3657600"/>
            <a:ext cx="2743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🕐 勤務時間帯の選択（必須）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ログイン後は、まず勤務時間帯を選ぶ必要があります。選ぶまでカレンダーは非表示。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0100" y="1691640"/>
            <a:ext cx="1783080" cy="9144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783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🌅 朝勤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" y="2194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9:30〜18:30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20340" y="1691640"/>
            <a:ext cx="1783080" cy="9144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0340" y="1783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☀️ 昼勤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20340" y="2194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12:00〜21:00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0580" y="1691640"/>
            <a:ext cx="1783080" cy="91440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0580" y="1783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🌙 夜勤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0580" y="2194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13:30〜22:30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60820" y="1691640"/>
            <a:ext cx="1783080" cy="91440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0820" y="17830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🕐 その他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60820" y="2194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カスタム時間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 アクセス制限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勤務時間帯を選ぶまで → カレンダーは表示されない（プレースホルダー表示）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「確認・提出」タブは🔒ロック表示（タップしても切替不可）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提出ボタンも未選択時はクリック不可（警告表示）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日付タップポップアップ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日付をタップ → ポップアップで4つの選択肢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937760" cy="6217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🛌 希望休にする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シフトに入りたくない日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4937760" cy="621792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591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🌴 有給休暇にする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334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有給休暇を消費する日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4937760" cy="62179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723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⏱️ 時間を変更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3467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ダイヤルで開始/終了時間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39896"/>
            <a:ext cx="4937760" cy="62179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856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シフトを割り当て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0599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選択中の時間帯で確定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1417320"/>
            <a:ext cx="2834640" cy="320040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1627632"/>
            <a:ext cx="2560320" cy="2834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828800"/>
            <a:ext cx="2377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9019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5月15日 (木)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0760" y="2286000"/>
            <a:ext cx="2194560" cy="31089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2670048"/>
            <a:ext cx="2194560" cy="310896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3054096"/>
            <a:ext cx="2194560" cy="31089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3438144"/>
            <a:ext cx="2194560" cy="310896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⏱️ 時間ダイヤル &amp; 提出フロー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⏱️ 時間ダイヤル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範囲: 9:00 〜 23:00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刻み: 15分単位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開始/終了の2列スクロール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ホイール/スワイプで時間選択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[決定] ボタンで反映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[キャンセル] で元に戻る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枠外タップでキャンセル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提出フロー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7830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「確認・提出」タブを開く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希望一覧を確認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希望理由メモを入力（任意）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「提出する」ボタンをタップ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Firestoreに保存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「希望なし(制限なし)」で提出も可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再提出すると上書き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DCFC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🛠️ 第 2 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管理者機能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FC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スタッフ管理・Excel連携・給与計算・締切設定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🛠️ 管理者画面の構成（5タブ）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" y="1280160"/>
            <a:ext cx="1554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1170432"/>
            <a:ext cx="59436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6464" y="117043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344" y="1417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6344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スタッフ管理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256032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追加/編集/削除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長押しドラッグで並べ替え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時給設定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30552" y="1280160"/>
            <a:ext cx="1554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1417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30552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シフト希望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76272" y="256032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月別カレンダー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日別の希望状況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スタッフ別ドリルダウン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4760" y="1280160"/>
            <a:ext cx="1554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417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79476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データ出力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256032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Excelエクスポート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既存テンプレート反映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色付き自動入力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58968" y="1280160"/>
            <a:ext cx="1554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1170432"/>
            <a:ext cx="59436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117043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58968" y="1417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458968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給与計算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256032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Excel再アップロード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月別給与算出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基本給+残業+深夜内訳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23176" y="1280160"/>
            <a:ext cx="1554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83296" y="1170432"/>
            <a:ext cx="59436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117043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23176" y="1417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123176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68896" y="256032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提出締切ON/OFF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締切日設定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メッセージカスタム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👥 スタッフ管理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📝 追加/編集項目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氏名（必須）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担当部門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807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雇用区分（社員/バイト/フレックス/ネット）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3101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時給（円） — NEW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✋ 並べ替え（長押しドラッグ）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801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名前部分を 0.4秒 長押し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33172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304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スマホは振動でお知らせ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807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ドラッグで挿入位置を変更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33756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33101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離すと Firestore に自動保存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既存Excelテンプレートに反映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システムの希望データを既存の勤怠表(.xlsm)に自動入力。色も自動で塗り分け。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97480" cy="6400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697480" cy="640080"/>
          </a:xfrm>
          <a:prstGeom prst="rect">
            <a:avLst/>
          </a:prstGeom>
          <a:solidFill>
            <a:srgbClr val="FF99CC"/>
          </a:solidFill>
          <a:ln w="12700">
            <a:solidFill>
              <a:srgbClr val="FF9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691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有給休暇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2697480" cy="640080"/>
          </a:xfrm>
          <a:prstGeom prst="rect">
            <a:avLst/>
          </a:prstGeom>
          <a:solidFill>
            <a:srgbClr val="F3EC63"/>
          </a:solidFill>
          <a:ln w="12700">
            <a:solidFill>
              <a:srgbClr val="F3EC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691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時間変更/その他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2940" y="2743200"/>
            <a:ext cx="1417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" y="28803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294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テンプレ選択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0260" y="320040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63140" y="2743200"/>
            <a:ext cx="1417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8803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26314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名前で照合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80460" y="320040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63340" y="2743200"/>
            <a:ext cx="1417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3340" y="28803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86334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セルに書き込み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80660" y="320040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63540" y="2743200"/>
            <a:ext cx="1417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3540" y="28803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6354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色付け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80860" y="320040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63740" y="2743200"/>
            <a:ext cx="1417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3740" y="28803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⬇️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06374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ダウンロード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062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⚙️ xlsx-js-style ライブラリで色付き出力 / マクロ(.xlsm)も維持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💰 給与計算 (Phase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確定シフトのExcelを再アップロード → 月別給与を自動計算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時給 × 労働時間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828800"/>
            <a:ext cx="502920" cy="50292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3212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6B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残業手当 +25%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2057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1日8h超に上乗せ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3C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深夜手当 +25%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22:00以降に上乗せ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834640"/>
            <a:ext cx="502920" cy="502920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3212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休憩自動控除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6h以上で1h控除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📤 出力例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永田 伸一（時給1,200円）労働時間 168h（残業8h, 深夜4h） 基本給¥192,000 ＋残業¥12,000 ＋深夜¥1,200 = ¥205,200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💰 給与計算のデータフロー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1554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" y="10789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4420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希望データ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1280160"/>
            <a:ext cx="1554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0340" y="107899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0340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4884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Excel反映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240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色付き出力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0" y="1280160"/>
            <a:ext cx="1554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6260" y="1078992"/>
            <a:ext cx="411480" cy="4114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6260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76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管理者調整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2240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Excel上で確定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0680" y="1280160"/>
            <a:ext cx="1554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2180" y="107899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2180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再アップロード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2240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.xlsm/.xlsx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86600" y="1280160"/>
            <a:ext cx="1554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58100" y="1078992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8100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660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給与算出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86600" y="2240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Firestoreに保存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🧮 計算例：13:30〜22:30 (夜勤9h, 時給1,200円)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総時間 540分 - 休憩60分 = 労働 480分 (8h)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深夜時間: 22:00〜22:30 = 30分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基本給: 8h × 1200 = ¥9,600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深夜手当: 0.5h × 1200 × 0.25 = ¥150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合計: ¥9,750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⏰ 提出締切設定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⚙️ 管理者設定項目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ON/OFF トグル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締切日（毎月1〜28日）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締切後メッセージ（自由入力）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プレビュー表示で確認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📢 バナー表示の動作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828800"/>
            <a:ext cx="91440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6日以上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278892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8288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締切【5/15(木)】まで(あと8日)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91440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3〜5日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2331720"/>
            <a:ext cx="2788920" cy="320040"/>
          </a:xfrm>
          <a:prstGeom prst="rect">
            <a:avLst/>
          </a:prstGeom>
          <a:solidFill>
            <a:srgbClr val="FEF3C7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3317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📅 締切まであと4日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2834640"/>
            <a:ext cx="91440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2834640"/>
            <a:ext cx="2788920" cy="320040"/>
          </a:xfrm>
          <a:prstGeom prst="rect">
            <a:avLst/>
          </a:prstGeom>
          <a:solidFill>
            <a:srgbClr val="FEE2E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8346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締切まであと1日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3337560"/>
            <a:ext cx="91440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3337560"/>
            <a:ext cx="2788920" cy="320040"/>
          </a:xfrm>
          <a:prstGeom prst="rect">
            <a:avLst/>
          </a:prstGeom>
          <a:solidFill>
            <a:srgbClr val="FEE2E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3375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今日が締切!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0600" y="3840480"/>
            <a:ext cx="91440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840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経過後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3840480"/>
            <a:ext cx="2788920" cy="320040"/>
          </a:xfrm>
          <a:prstGeom prst="rect">
            <a:avLst/>
          </a:prstGeom>
          <a:solidFill>
            <a:srgbClr val="1E293B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8404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ECA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🔒 ログインブロック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💾 Firestore データ構造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19456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staffList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 ID: staffId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48132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dept, type, hourlyWage, sortOrder, createdAt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219456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shiftReqs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 ID: auto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16712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staffId, staffName, yearMonth, date, type, startTime, endTime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60320"/>
            <a:ext cx="219456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monthSubs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06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 ID: {staffId}_{ym}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85292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yearMonth, hasRequests, reqCount, memo, submittedAt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46120"/>
            <a:ext cx="219456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461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291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 ID: global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53872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deadlineEnabled, deadlineDay, deadlineMessage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31920"/>
            <a:ext cx="219456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319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salaryCalcs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39776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 ID: {ym}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422452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yearMonth, staffData (map), uploadedAt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🧮 給与計算ロジック詳細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1日分の計算 (calcDayWage)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totalMin = endMin - startMin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breakMin = (totalMin &gt;= 360) ? 60 : 0    // 6h以上で1h休憩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workMin = totalMin - breakMin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overtimeMin = max(0, workMin - 480)      // 8h超は残業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nightMin = overlap(start, end, 22:00, 24:00)  // 深夜帯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給与算出 (perMin = hourly / 60)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basePay     = workMin × perMin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overtimePay = overtimeMin × perMin × 0.25  // 残業手当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nightPay    = nightMin × perMin × 0.25     // 深夜手当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totalPay    = basePay + overtimePay + nightPay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🧰 技術スタック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フロントエンド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Vanilla JavaScript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HTML5 / CSS3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Pointer Events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Firebase Firestore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compat SDK v9.23.0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リアルタイム同期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ライブラリ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xlsx-js-style 1.2.0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Firebase SDK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ホスティング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GitHub Pages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794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MARUNAGE-creator/shift-system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114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main ブランチ自動デプロイ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🛤️ Phase 2 ロードマップ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将来的に追加検討の機能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週40時間超の残業計算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901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木曜起算→水曜締めで週40h超を判定して+25%。月またぎ週の按分処理あり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6400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3774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法定休日の判定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679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Excel色指定 or 自動判定で法定休日に+35%上乗せ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08960"/>
            <a:ext cx="64008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3154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スタッフ給与の閲覧（オプション）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456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スタッフ自身が見込み給与を確認できる機能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86200"/>
            <a:ext cx="64008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交通費・各種手当の管理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233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定額手当や実費の交通費を給与に加算する仕組み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以上が現状の仕様です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FA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シフト希望システム ver. 2.0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2743200"/>
            <a:ext cx="6400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実装済み機能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シフト希望提出 / Excel連携 / 給与計算 (Phase 1) / 締切設定 / リアルタイム同期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794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📝 Phase 2: 週40h超・法定休日割増 を将来検討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1142</Words>
  <Application>Microsoft Office PowerPoint</Application>
  <PresentationFormat>画面に合わせる (16:9)</PresentationFormat>
  <Paragraphs>362</Paragraphs>
  <Slides>22</Slides>
  <Notes>22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Meiryo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シフト希望システム 仕様書</dc:title>
  <dc:subject>PptxGenJS Presentation</dc:subject>
  <dc:creator>MARUNAGE</dc:creator>
  <cp:lastModifiedBy>伸一 永田</cp:lastModifiedBy>
  <cp:revision>1</cp:revision>
  <dcterms:created xsi:type="dcterms:W3CDTF">2026-05-13T04:56:04Z</dcterms:created>
  <dcterms:modified xsi:type="dcterms:W3CDTF">2026-05-13T06:34:25Z</dcterms:modified>
</cp:coreProperties>
</file>