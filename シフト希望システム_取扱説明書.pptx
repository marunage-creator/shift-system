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413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シフト希望システム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FF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取扱説明書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182880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3108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Manual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F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中学生でもわかる図解付きガイド 〜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第1部 スタッフ編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このアプリでできること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全体の流れ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ログインする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勤務時間帯を選ぶ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日付をタップして希望を入れる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時間ダイヤルの使い方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希望を提出する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 やってはいけないこと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🛠️ 第2部 管理者編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 管理者ログイン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 スタッフを追加・編集する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11. スタッフを並び替える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12. 希望状況を確認する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 Excelに反映する流れ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 テンプレートに反映する手順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15. 名前が一致しない時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16. 困ったときは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BE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 1 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スタッフ編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BE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スマホからシフト希望を出す方法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このアプリでできること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シフト希望を出す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「この日は休みたい」「この日は朝勤がいい」をスマホで送る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勤務時間も指定できる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5328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「9時〜17時で働きたい」など細かい時間も登録OK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有給休暇の申請も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4015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希望休と有給休暇を分けて出せる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86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63040" y="3931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理由メモも送れる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27024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「通院のため早めに上がりたい」など特記事項を記入可能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全体の流れ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463040"/>
            <a:ext cx="1417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" y="12344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44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71500" y="2377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アプリを開く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07108" y="19202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17420" y="1463040"/>
            <a:ext cx="1417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0340" y="12344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03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1742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🔑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217420" y="2377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3028" y="19202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63340" y="1463040"/>
            <a:ext cx="1417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6260" y="12344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62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6334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🕐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863340" y="2377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時間帯を選ぶ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98948" y="19202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09260" y="1463040"/>
            <a:ext cx="1417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2180" y="12344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21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926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509260" y="2377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日付タップ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4868" y="19202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▶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55180" y="1463040"/>
            <a:ext cx="1417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8100" y="123444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81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5518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7155180" y="2377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" y="3474720"/>
            <a:ext cx="731520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3520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ポイント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38404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カレンダーは「時間帯を選んでから」しか表示されません。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時間帯を選んでないと日付タップもできません！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🔑 ログインする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店長から教わったURLを開く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「スタッフ」タブをタップ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プルダウンから自分の名前を選ぶ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「ログイン」ボタンを押す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188720"/>
            <a:ext cx="2560320" cy="3383280"/>
          </a:xfrm>
          <a:prstGeom prst="roundRect">
            <a:avLst>
              <a:gd name="adj" fmla="val 6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417320"/>
            <a:ext cx="2286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417320"/>
            <a:ext cx="22860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874520"/>
            <a:ext cx="11430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8745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874520"/>
            <a:ext cx="1143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8745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542032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542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永田 伸一  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063240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◀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🕐 勤務時間帯を選ぶ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ログインしたら、まず一番上の「勤務時間帯」を選びます。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8660" y="1691640"/>
            <a:ext cx="1828800" cy="9144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🌅 朝勤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866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9:30〜18:30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4620" y="1691640"/>
            <a:ext cx="182880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46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☀️ 昼勤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746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12:00〜21:00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0580" y="1691640"/>
            <a:ext cx="1828800" cy="91440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05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🌙 夜勤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05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13:30〜22:30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06540" y="1691640"/>
            <a:ext cx="1828800" cy="91440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65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🕐 その他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65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時間設定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時間帯を選んでないとき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6576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" y="33375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勤務時間帯を選択してください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朝勤を選んだあと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38328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49240" y="338328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38328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52160" y="338328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38328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55080" y="338328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38328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58000" y="338328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38328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60920" y="338328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338328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63840" y="338328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338328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370332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033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49240" y="370332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7033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52160" y="370332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7033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55080" y="370332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0" y="370332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0920" y="370332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370332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402336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49240" y="402336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402336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402336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402336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60920" y="402336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0" y="4023360"/>
            <a:ext cx="457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日付をタップして希望を入れる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カレンダーの日付をタップすると選択画面が出ます。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0" cy="5943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5910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希望休にする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653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シフトに入りたくない日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4572000" cy="59436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🌴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3042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有給休暇にする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5786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有給を使って休む日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4572000" cy="5943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8094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時間を変更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291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ダイヤルで開始/終了時間を指定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4572000" cy="59436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9417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7307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シフトを割り当て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0050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選んだ時間帯（朝勤など）にする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1417320"/>
            <a:ext cx="3108960" cy="33832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1627632"/>
            <a:ext cx="2834640" cy="29900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1920240"/>
            <a:ext cx="2377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9933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5月15日 (木)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89320" y="2331720"/>
            <a:ext cx="21031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現在: 未設定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2697480"/>
            <a:ext cx="2103120" cy="3108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26974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🛌 希望休にする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3081528"/>
            <a:ext cx="2103120" cy="310896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0815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🌴 有給休暇にする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3465576"/>
            <a:ext cx="2103120" cy="31089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465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⏱️ 時間を変更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4069080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40690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閉じる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⏱️ 時間ダイヤルの使い方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「時間を変更」を押すとダイヤルが出てきます。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開始時間と終了時間を上下にスワイプして合わせる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15分ずつ動きます（9:00〜23:00の範囲）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「決定」ボタンを押すと反映される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「キャンセル」で戻れる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280160"/>
            <a:ext cx="3108960" cy="329184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⏱️ 時間変更の設定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1783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15分単位でスクロールして選択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2103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2377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26334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08:45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8895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09:00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3145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09:15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3401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09:30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23560" y="2889504"/>
            <a:ext cx="12801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633472"/>
            <a:ext cx="12801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2103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2377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16:30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26334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16:45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28895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17:00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3145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17:15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78040" y="3401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17:30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78040" y="2889504"/>
            <a:ext cx="12801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2633472"/>
            <a:ext cx="12801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23560" y="3977640"/>
            <a:ext cx="12801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977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キャンセル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3977640"/>
            <a:ext cx="12801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3977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 定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希望を提出する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4884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📋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下のタブから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「確認・提出」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81528" y="19659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📝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希望理由のメモを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書く（任意）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19659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3524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✅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17220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「提出する」を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タップ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赤くて大きな提出ボタン: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3429000"/>
            <a:ext cx="64008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429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提出内容を確認する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入力が終わったらここをタップ 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やってはいけないこと・注意点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33502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他人の名前でログインしない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プルダウンに自分以外の名前があっても触らない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211226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対象月を間違えない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5月の希望なのに6月にいないか？を提出前に確認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288950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再提出すると上書きされる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最後に提出した内容だけが残ります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366674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通信が不安定な場所では避ける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電波の弱い場所では送信に失敗することがあります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CF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 2 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🛠️ 管理者編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F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スタッフ管理 〜 Excelテンプレートに反映するまで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🔐 管理者でログインする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ログイン画面で「管理者」タブをタップ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パスワードを入力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「管理者ログイン」ボタンを押す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管理者画面の3つのタブ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850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👥 スタッフ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スタッフ追加・編集・並べ替え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3611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6850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カレンダー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全員の希望状況を日別に確認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611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6850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データ出力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Excelダウンロード・テンプレート反映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28016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管理者パスワード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691640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● ● ● ● 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2240280"/>
            <a:ext cx="21945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管理者ログイン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👥 スタッフを追加する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➕ 新規追加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 *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3657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7568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永田 伸一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3657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7004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雇用区分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264408"/>
            <a:ext cx="3657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644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 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追加する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3716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氏名（必須）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1737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苗字と名前は半角スペースで区切るのが基本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423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部署（任意）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7889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「営業部」「製造部」など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4747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雇用区分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8404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社員/バイト/フレックス/ネット から選ぶ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✋ スタッフを並び替える（長押しドラッグ）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スタッフ名の部分を長押し（約0.4秒）してから、上下にドラッグすると並び順を変えられます。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4340" y="1783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900" y="153619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434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👇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" y="2834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長押し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名前部分を約0.4秒押し続ける（スマホは振動でお知らせ）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8980" y="1783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0540" y="153619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054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6898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↕️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68980" y="2834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ドラッグ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614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そのまま上下に動かす。挿入位置に青い点線が出る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3620" y="1783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5180" y="153619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518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0362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03620" y="2834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078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指を離すと並び順が自動でクラウドに保存される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✏️編集ボタンや🗑️削除ボタンの上ではドラッグ起動しません。名前/アバター部分を押してください。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希望状況を確認する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「カレンダー」タブで全員の希望を一覧で見られます。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029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18457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718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5657" y="1691640"/>
            <a:ext cx="718457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5657" y="1691640"/>
            <a:ext cx="718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94114" y="1691640"/>
            <a:ext cx="718457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4114" y="1691640"/>
            <a:ext cx="718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12571" y="1691640"/>
            <a:ext cx="718457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2571" y="1691640"/>
            <a:ext cx="718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1029" y="1691640"/>
            <a:ext cx="718457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1029" y="1691640"/>
            <a:ext cx="718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49486" y="1691640"/>
            <a:ext cx="718457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9486" y="1691640"/>
            <a:ext cx="718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67943" y="1691640"/>
            <a:ext cx="718457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7943" y="1691640"/>
            <a:ext cx="718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05740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0312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75657" y="205740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5657" y="210312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94114" y="205740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94114" y="210312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12571" y="205740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12571" y="210312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1029" y="205740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1029" y="210312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76749" y="2350008"/>
            <a:ext cx="627017" cy="1828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6749" y="2350008"/>
            <a:ext cx="6270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049486" y="205740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49486" y="210312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67943" y="205740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7943" y="210312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13663" y="2350008"/>
            <a:ext cx="627017" cy="1828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3663" y="2350008"/>
            <a:ext cx="6270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" y="269748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74320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75657" y="269748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75657" y="274320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94114" y="269748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94114" y="274320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12571" y="269748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2571" y="274320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31029" y="269748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1029" y="274320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76749" y="2990088"/>
            <a:ext cx="627017" cy="1828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76749" y="2990088"/>
            <a:ext cx="6270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休3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049486" y="269748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49486" y="274320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67943" y="269748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67943" y="274320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13663" y="2990088"/>
            <a:ext cx="627017" cy="1828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3663" y="2990088"/>
            <a:ext cx="6270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朝5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57200" y="333756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38328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75657" y="333756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75657" y="338328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94114" y="333756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94114" y="338328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612571" y="333756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12571" y="338328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331029" y="333756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31029" y="338328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376749" y="3630168"/>
            <a:ext cx="627017" cy="1828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76749" y="3630168"/>
            <a:ext cx="6270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休3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049486" y="333756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49486" y="338328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67943" y="333756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67943" y="338328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397764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02336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175657" y="397764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75657" y="402336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894114" y="397764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94114" y="402336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612571" y="397764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12571" y="402336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331029" y="397764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31029" y="402336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049486" y="397764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49486" y="402336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767943" y="3977640"/>
            <a:ext cx="71845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67943" y="4023360"/>
            <a:ext cx="7184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669280" y="1691640"/>
            <a:ext cx="3017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064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📌 見方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5852160" y="2240280"/>
            <a:ext cx="457200" cy="228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0080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希望休 〇人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852160" y="2606040"/>
            <a:ext cx="457200" cy="22860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008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有給休暇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852160" y="2971800"/>
            <a:ext cx="457200" cy="2286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0080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朝勤希望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852160" y="3337560"/>
            <a:ext cx="45720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0080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昼勤希望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852160" y="3703320"/>
            <a:ext cx="457200" cy="22860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夜勤希望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852160" y="4069080"/>
            <a:ext cx="457200" cy="2286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0080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時間変更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📑 Excelに反映する全体の流れ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" y="146304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866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希望データ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866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7460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74620" y="146304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462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7462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462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.xlsm 勤怠表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3420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40580" y="146304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058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🔄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6405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自動マッチング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058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名前で照合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9380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06540" y="146304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654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0654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完成ファイル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0654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.xlsm 出力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反映される内容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82219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・スタッフ各日の開始時間・終了時間（朝勤/昼勤/夜勤/その他/時間変更）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・希望休 → 赤色のセル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・有給休暇 → ピンク色のセル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・時間変更/その他 → 黄色のセル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📑 テンプレート反映の手順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「データ出力」タブを開く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「📋 既存Excelテンプレートに反映」のカードを探す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対象月を選ぶ（例：2026年5月）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テンプレートファイル(.xlsm) を選択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「テンプレートに反映してダウンロード」をクリック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完成ファイルが自動でダウンロードされる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371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既存Excelテンプレートに反映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7830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2029968"/>
            <a:ext cx="2606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0299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25420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テンプレートファイル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2788920"/>
            <a:ext cx="26060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7889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📎 新甘木勤怠5月.xlsm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3337560"/>
            <a:ext cx="26060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⬇️ テンプレートに反映して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ダウンロード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3456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◀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名前が一致しないとき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システム上の名前とExcelテンプレートの名前が違うと、その人のデータが反映されません。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📱 システム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「永田 伸一」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半角スペース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1554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Excel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「永田　伸一」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全角スペース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半角・全角の空白の違いはアプリが自動で揃えてくれます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文字違い（漢字/誤字）の場合は警告が出ます。Excel側を直すか、システム側の名前を編集してください。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🔧 困ったときは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4475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33502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提出ボタンが押せない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2763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上の「勤務時間帯」を選んでないと押せません。朝勤/昼勤/夜勤/その他のどれかを選びましょう。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22199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21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11226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希望が反映されてない気がする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0487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ブラウザのキャッシュが原因かも。Ctrl + Shift + R で強制再読み込みしてみてください。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99923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99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88950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Excelに反映されないスタッフがいる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18211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システム上の名前とExcelの名前が違う可能性。警告メッセージを確認してください。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77647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76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66674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ファイルが文字化けする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95935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Excelで開く前にダウンロードフォルダを確認。「.xlsm」のままで開いてください。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以上で終わりです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FF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お疲れさまでした 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2926080"/>
            <a:ext cx="6400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📩 何か困ったら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429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管理者または店長まで連絡してください</a:t>
            </a:r>
            <a:endParaRPr lang="en-US" sz="130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操作方法やバグの報告など、気軽に相談OKです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画面に合わせる (16:9)</PresentationFormat>
  <Paragraphs>393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4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シフト希望システム 取扱説明書</dc:title>
  <dc:subject>PptxGenJS Presentation</dc:subject>
  <dc:creator>Shift System</dc:creator>
  <cp:lastModifiedBy>伸一 永田</cp:lastModifiedBy>
  <cp:revision>1</cp:revision>
  <dcterms:created xsi:type="dcterms:W3CDTF">2026-05-08T05:40:37Z</dcterms:created>
  <dcterms:modified xsi:type="dcterms:W3CDTF">2026-05-13T06:48:17Z</dcterms:modified>
</cp:coreProperties>
</file>